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Projeto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[nomes dos integrantes da dupla]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Disciplina: Programação 1 (Prof. Rodrigo Goulart)</a:t>
            </a:r>
          </a:p>
          <a:p>
            <a:r>
              <a:t>Data da apresentação: [data da apresentação]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modelagem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Simular um sistema de autoatendimento para quiosques de alimentação</a:t>
            </a:r>
          </a:p>
          <a:p>
            <a:r>
              <a:t>• Permitir que clientes visualizem produtos, façam pedidos e confirmem compras</a:t>
            </a:r>
          </a:p>
          <a:p>
            <a:r>
              <a:t>• Permitir que administradores acompanhem e atualizem o status dos atendimentos</a:t>
            </a:r>
          </a:p>
          <a:p>
            <a:r>
              <a:t>• Modelagem baseada em orientação a objetos com classes como Produto, ItemPedido, PedidoRestaurante, Atendimento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Aplicativo (requisitos funcionais)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Apresentar e descrever a interface do cliente</a:t>
            </a:r>
          </a:p>
          <a:p>
            <a:r>
              <a:t>• Apresentar e descrever a interface do Estabelecimento</a:t>
            </a:r>
          </a:p>
          <a:p>
            <a:r>
              <a:t>• Demonstrar com testes (pode ser vídeo)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Aplicativo (requisitos técnicos)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Apresentar a modelagem com o Diagrama de Classes UML</a:t>
            </a:r>
          </a:p>
          <a:p>
            <a:r>
              <a:t>• Apresentar e descrever o emprego dos conceitos de Orientação a Objetos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Algumas funcionalidades desejadas não foram implementadas (ex: persistência de dados, login de usuários)</a:t>
            </a:r>
          </a:p>
          <a:p>
            <a:r>
              <a:t>• Melhorias futuras incluem integração com banco de dados, melhorias na interface e suporte a múltiplos usuários simultâneos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