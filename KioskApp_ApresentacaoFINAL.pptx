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Projeto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[nomes dos integrantes da dupla]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Disciplina: Programação 1 (Prof. Rodrigo Goulart)</a:t>
            </a:r>
          </a:p>
          <a:p>
            <a:r>
              <a:t>Data da apresentação: [data da apresentação]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e modelagem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Simular</a:t>
            </a:r>
            <a:r>
              <a:rPr dirty="0"/>
              <a:t> um </a:t>
            </a:r>
            <a:r>
              <a:rPr dirty="0" err="1"/>
              <a:t>sistema</a:t>
            </a:r>
            <a:r>
              <a:rPr dirty="0"/>
              <a:t> de </a:t>
            </a:r>
            <a:r>
              <a:rPr dirty="0" err="1"/>
              <a:t>autoatendimento</a:t>
            </a:r>
            <a:r>
              <a:rPr dirty="0"/>
              <a:t> para </a:t>
            </a:r>
            <a:r>
              <a:rPr dirty="0" err="1"/>
              <a:t>quiosques</a:t>
            </a:r>
            <a:r>
              <a:rPr dirty="0"/>
              <a:t> de </a:t>
            </a:r>
            <a:r>
              <a:rPr dirty="0" err="1"/>
              <a:t>alimentação</a:t>
            </a:r>
            <a:endParaRPr dirty="0"/>
          </a:p>
          <a:p>
            <a:pPr marL="0" indent="0">
              <a:buNone/>
            </a:pPr>
            <a:r>
              <a:rPr lang="pt-BR" dirty="0"/>
              <a:t>•</a:t>
            </a:r>
            <a:r>
              <a:rPr dirty="0"/>
              <a:t> </a:t>
            </a:r>
            <a:r>
              <a:rPr dirty="0" err="1"/>
              <a:t>Permitir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visualizem</a:t>
            </a:r>
            <a:r>
              <a:rPr dirty="0"/>
              <a:t> </a:t>
            </a:r>
            <a:r>
              <a:rPr dirty="0" err="1"/>
              <a:t>produtos</a:t>
            </a:r>
            <a:r>
              <a:rPr dirty="0"/>
              <a:t>, </a:t>
            </a:r>
            <a:r>
              <a:rPr dirty="0" err="1"/>
              <a:t>façam</a:t>
            </a:r>
            <a:r>
              <a:rPr dirty="0"/>
              <a:t> </a:t>
            </a:r>
            <a:r>
              <a:rPr dirty="0" err="1"/>
              <a:t>pedidos</a:t>
            </a:r>
            <a:r>
              <a:rPr dirty="0"/>
              <a:t> e </a:t>
            </a:r>
            <a:r>
              <a:rPr dirty="0" err="1"/>
              <a:t>confirmem</a:t>
            </a:r>
            <a:r>
              <a:rPr dirty="0"/>
              <a:t> </a:t>
            </a:r>
            <a:r>
              <a:rPr dirty="0" err="1"/>
              <a:t>compras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Permitir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administradores</a:t>
            </a:r>
            <a:r>
              <a:rPr dirty="0"/>
              <a:t> </a:t>
            </a:r>
            <a:r>
              <a:rPr dirty="0" err="1"/>
              <a:t>acompanhem</a:t>
            </a:r>
            <a:r>
              <a:rPr dirty="0"/>
              <a:t> e </a:t>
            </a:r>
            <a:r>
              <a:rPr dirty="0" err="1"/>
              <a:t>atualizem</a:t>
            </a:r>
            <a:r>
              <a:rPr dirty="0"/>
              <a:t> o status dos </a:t>
            </a:r>
            <a:r>
              <a:rPr dirty="0" err="1"/>
              <a:t>atendimentos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Modelagem</a:t>
            </a:r>
            <a:r>
              <a:rPr dirty="0"/>
              <a:t> </a:t>
            </a:r>
            <a:r>
              <a:rPr dirty="0" err="1"/>
              <a:t>baseada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orientação</a:t>
            </a:r>
            <a:r>
              <a:rPr dirty="0"/>
              <a:t> a </a:t>
            </a:r>
            <a:r>
              <a:rPr dirty="0" err="1"/>
              <a:t>objetos</a:t>
            </a:r>
            <a:r>
              <a:rPr dirty="0"/>
              <a:t> com classes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Produto</a:t>
            </a:r>
            <a:r>
              <a:rPr dirty="0"/>
              <a:t>, Item</a:t>
            </a:r>
            <a:r>
              <a:rPr lang="pt-BR" dirty="0"/>
              <a:t>, </a:t>
            </a:r>
            <a:r>
              <a:rPr dirty="0" err="1"/>
              <a:t>Pedido</a:t>
            </a:r>
            <a:r>
              <a:rPr dirty="0"/>
              <a:t>, </a:t>
            </a:r>
            <a:r>
              <a:rPr dirty="0" err="1"/>
              <a:t>PedidoRestaurante</a:t>
            </a:r>
            <a:r>
              <a:rPr dirty="0"/>
              <a:t>, </a:t>
            </a:r>
            <a:r>
              <a:rPr dirty="0" err="1"/>
              <a:t>Atendimento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Aplicativo (requisitos funcionais)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interface do cliente permite visualizar produtos, adicionar/remover itens e confirmar o pedido.</a:t>
            </a:r>
          </a:p>
          <a:p>
            <a:r>
              <a:rPr lang="pt-BR" dirty="0"/>
              <a:t>A interface do administrador exibe os atendimentos e permite atualizar o status dos pedidos.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Aplicativo (requisitos técnicos)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modelagem foi feita com Diagrama de Classes UML, representando os principais componentes e seus relacionamentos.</a:t>
            </a:r>
          </a:p>
          <a:p>
            <a:r>
              <a:rPr lang="pt-BR" dirty="0"/>
              <a:t>O sistema aplica os pilares da orientação a objetos: encapsulamento, herança, polimorfismo, uso de coleções e abstrações.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Limitações e trabalhos futuros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Algumas funcionalidades desejadas não foram implementadas, como persistência de dados e login de usuários.</a:t>
            </a:r>
          </a:p>
          <a:p>
            <a:r>
              <a:rPr lang="pt-BR" dirty="0"/>
              <a:t>Para o futuro, pretende-se integrar banco de dados, melhorar a interface e permitir múltiplos usuários simultâneos.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208</Words>
  <Application>Microsoft Office PowerPoint</Application>
  <PresentationFormat>Apresentação na tela (4:3)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Apresentação do PowerPoint</vt:lpstr>
      <vt:lpstr>Objetivo e modelagem do projeto</vt:lpstr>
      <vt:lpstr>O Aplicativo (requisitos funcionais)</vt:lpstr>
      <vt:lpstr>O Aplicativo (requisitos técnicos)</vt:lpstr>
      <vt:lpstr>Limitações e trabalhos futuros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Antônio Martinelli Blume</cp:lastModifiedBy>
  <cp:revision>2</cp:revision>
  <dcterms:created xsi:type="dcterms:W3CDTF">2013-01-27T09:14:16Z</dcterms:created>
  <dcterms:modified xsi:type="dcterms:W3CDTF">2025-12-01T23:10:22Z</dcterms:modified>
  <cp:category/>
</cp:coreProperties>
</file>